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lost time + lost momentum + barrier to consistent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'We built it as a staircase: useful on day 1, powerful by tier 3.'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examples concrete. Investors hate vague 'AI magic'.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X with your real number. Keep it crisp: 'what buys what'.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a simple ask: intros to relevant investors + pilot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KELLY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Three‑Tier Implementation • Funding + Go‑To‑Market Overview • Dec 09,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Modern music creation is overloaded: too many steps between idea and finished track.</a:t>
            </a:r>
          </a:p>
          <a:p>
            <a:pPr/>
            <a:r>
              <a:t>DAWs are powerful but unforgiving: routing, plugins, templates, and tedious repetition.</a:t>
            </a:r>
          </a:p>
          <a:p>
            <a:pPr/>
            <a:r>
              <a:t>Creators get stuck in “menu diving” instead of making decisions that move the song forward.</a:t>
            </a:r>
          </a:p>
          <a:p>
            <a:pPr/>
            <a:r>
              <a:t>Collaboration is hard when intent (mood, emotion, arc) isn’t captured in the session.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Millions of creators are producing for streaming, film, games, and short‑form content.</a:t>
            </a:r>
          </a:p>
          <a:p>
            <a:pPr/>
            <a:r>
              <a:t>AI can reduce friction, but only if it understands the DAW context, not just text prompts.</a:t>
            </a:r>
          </a:p>
          <a:p>
            <a:pPr/>
            <a:r>
              <a:t>The winner feels like a co‑producer living inside the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Kelly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Kelly is an AI co‑producer for music creation: capture intent, accelerate execution, and keep creative momentum.</a:t>
            </a:r>
          </a:p>
          <a:p>
            <a:pPr/>
            <a:r>
              <a:t>Delivers value in three layers:</a:t>
            </a:r>
          </a:p>
          <a:p>
            <a:pPr lvl="1"/>
            <a:r>
              <a:t>Tier 1: Conversational &amp; inline assistant</a:t>
            </a:r>
          </a:p>
          <a:p>
            <a:pPr lvl="1"/>
            <a:r>
              <a:t>Tier 2: Workflow / session orchestrator</a:t>
            </a:r>
          </a:p>
          <a:p>
            <a:pPr lvl="1"/>
            <a:r>
              <a:t>Tier 3: Generative “Music Brain”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Three‑Tier Architecture (High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Tier 1: Assistant Layer</a:t>
            </a:r>
          </a:p>
          <a:p>
            <a:pPr lvl="1"/>
            <a:r>
              <a:t>Chat + commands inside the DAW</a:t>
            </a:r>
          </a:p>
          <a:p>
            <a:pPr lvl="1"/>
            <a:r>
              <a:t>Explain, suggest, and translate intent into actions</a:t>
            </a:r>
          </a:p>
          <a:p>
            <a:pPr lvl="1"/>
            <a:r>
              <a:t>Guided templates for common workflows</a:t>
            </a:r>
          </a:p>
          <a:p>
            <a:pPr/>
            <a:r>
              <a:t>Tier 2: Orchestration Layer</a:t>
            </a:r>
          </a:p>
          <a:p>
            <a:pPr lvl="1"/>
            <a:r>
              <a:t>Session graph: tracks, busses, routing, plugins, presets</a:t>
            </a:r>
          </a:p>
          <a:p>
            <a:pPr lvl="1"/>
            <a:r>
              <a:t>Automation: build, name, route, and manage arrangements</a:t>
            </a:r>
          </a:p>
          <a:p>
            <a:pPr lvl="1"/>
            <a:r>
              <a:t>Recallable “recipes” for sounds and workflows</a:t>
            </a:r>
          </a:p>
          <a:p>
            <a:pPr/>
            <a:r>
              <a:t>Tier 3: Music Brain Layer</a:t>
            </a:r>
          </a:p>
          <a:p>
            <a:pPr lvl="1"/>
            <a:r>
              <a:t>Harmony/rhythm/arrangement generation aligned to intent</a:t>
            </a:r>
          </a:p>
          <a:p>
            <a:pPr lvl="1"/>
            <a:r>
              <a:t>Style + constraint system (genre, instrumentation, complexity)</a:t>
            </a:r>
          </a:p>
          <a:p>
            <a:pPr lvl="1"/>
            <a:r>
              <a:t>Feedback loop: audition, refine, commit to MIDI/audio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Users Can Do (Examples)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Start with a vibe: “dark pop at 96 BPM, anxious but hopeful” → scaffolds a session.</a:t>
            </a:r>
          </a:p>
          <a:p>
            <a:pPr/>
            <a:r>
              <a:t>Generate chord palettes, progressions, and variations that respect constraints.</a:t>
            </a:r>
          </a:p>
          <a:p>
            <a:pPr/>
            <a:r>
              <a:t>Build track templates automatically: routing, buses, sidechain, FX chains.</a:t>
            </a:r>
          </a:p>
          <a:p>
            <a:pPr/>
            <a:r>
              <a:t>Create MIDI parts, fill drums, propose bass movement, and suggest transitions.</a:t>
            </a:r>
          </a:p>
          <a:p>
            <a:pPr/>
            <a:r>
              <a:t>Voice synth layer: quick guide vocals and harmonies for arrangement decisions.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Context‑aware: operates on a live session graph (not generic prompt output).</a:t>
            </a:r>
          </a:p>
          <a:p>
            <a:pPr/>
            <a:r>
              <a:t>Emotion/intent first: captures arc, tension, and energy as controllable parameters.</a:t>
            </a:r>
          </a:p>
          <a:p>
            <a:pPr/>
            <a:r>
              <a:t>Tiered adoption: value without full autonomy, then progressively deeper automation.</a:t>
            </a:r>
          </a:p>
          <a:p>
            <a:pPr/>
            <a:r>
              <a:t>Creator‑friendly: audition, tweak, and commit with reversible edits.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Primary</a:t>
            </a:r>
          </a:p>
          <a:p>
            <a:pPr lvl="1"/>
            <a:r>
              <a:t>Independent producers &amp; songwriters</a:t>
            </a:r>
          </a:p>
          <a:p>
            <a:pPr lvl="1"/>
            <a:r>
              <a:t>Content creators needing fast, consistent output</a:t>
            </a:r>
          </a:p>
          <a:p>
            <a:pPr/>
            <a:r>
              <a:t>Secondary</a:t>
            </a:r>
          </a:p>
          <a:p>
            <a:pPr lvl="1"/>
            <a:r>
              <a:t>Studios: assistants for repetitive tasks</a:t>
            </a:r>
          </a:p>
          <a:p>
            <a:pPr lvl="1"/>
            <a:r>
              <a:t>Educators / students learning production</a:t>
            </a:r>
          </a:p>
          <a:p>
            <a:pPr/>
            <a:r>
              <a:t>Early Adopters</a:t>
            </a:r>
          </a:p>
          <a:p>
            <a:pPr lvl="1"/>
            <a:r>
              <a:t>Power users who love templates, macros, and MIDI tools</a:t>
            </a:r>
          </a:p>
          <a:p>
            <a:pPr lvl="1"/>
            <a:r>
              <a:t>Creators using AU/VST workflows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Freemium: Tier 1 free, Tier 2+ behind subscription.</a:t>
            </a:r>
          </a:p>
          <a:p>
            <a:pPr/>
            <a:r>
              <a:t>Creator subscription: monthly/annual, includes updates and core models.</a:t>
            </a:r>
          </a:p>
          <a:p>
            <a:pPr/>
            <a:r>
              <a:t>Marketplace: sell/publish Kelly “recipes” (templates, sound chains, styles).</a:t>
            </a:r>
          </a:p>
          <a:p>
            <a:pPr/>
            <a:r>
              <a:t>Pro add‑ons: team collaboration, studio packs, advanced automation.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Go‑To‑Market (Phase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Creator-first: short demos showing 30‑second wins (template + routing + first loop).</a:t>
            </a:r>
          </a:p>
          <a:p>
            <a:pPr/>
            <a:r>
              <a:t>Community loops: production forums, DAW communities, and creator Discords.</a:t>
            </a:r>
          </a:p>
          <a:p>
            <a:pPr/>
            <a:r>
              <a:t>Micro‑influencers: producers with loyal audiences, not celebrity vanity metrics.</a:t>
            </a:r>
          </a:p>
          <a:p>
            <a:pPr/>
            <a:r>
              <a:t>Beta program: tight cohort, public changelog, rapid shipping cadence.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Go‑To‑Market (Phase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Partnerships: plugin developers, sample pack creators, and education channels.</a:t>
            </a:r>
          </a:p>
          <a:p>
            <a:pPr/>
            <a:r>
              <a:t>Integrations: AU/VST plugin + standalone for broader reach.</a:t>
            </a:r>
          </a:p>
          <a:p>
            <a:pPr/>
            <a:r>
              <a:t>“Recipe” ecosystem: encourage creators to share and monetize workflows.</a:t>
            </a:r>
          </a:p>
          <a:p>
            <a:pPr/>
            <a:r>
              <a:t>Events: workshops, livestream “build a track in 10 minutes” challenges.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MVP</a:t>
            </a:r>
          </a:p>
          <a:p>
            <a:pPr lvl="1"/>
            <a:r>
              <a:t>Tier 1 assistant + basic session templates</a:t>
            </a:r>
          </a:p>
          <a:p>
            <a:pPr lvl="1"/>
            <a:r>
              <a:t>Core plugin shell (AU/VST) + minimal UI</a:t>
            </a:r>
          </a:p>
          <a:p>
            <a:pPr/>
            <a:r>
              <a:t>Beta</a:t>
            </a:r>
          </a:p>
          <a:p>
            <a:pPr lvl="1"/>
            <a:r>
              <a:t>Tier 2 orchestration (routing/presets/automation) + saveable recipes</a:t>
            </a:r>
          </a:p>
          <a:p>
            <a:pPr/>
            <a:r>
              <a:t>V1</a:t>
            </a:r>
          </a:p>
          <a:p>
            <a:pPr lvl="1"/>
            <a:r>
              <a:t>Tier 3 Music Brain generation + iterative refinement workflow</a:t>
            </a:r>
          </a:p>
          <a:p>
            <a:pPr/>
            <a:r>
              <a:t>V1.5+</a:t>
            </a:r>
          </a:p>
          <a:p>
            <a:pPr lvl="1"/>
            <a:r>
              <a:t>Marketplace + collaboration + expanded style packs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 Ask (Template)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Raise: $X (pre‑seed / seed)</a:t>
            </a:r>
          </a:p>
          <a:p>
            <a:pPr/>
            <a:r>
              <a:t>Use of funds: product engineering, model iteration, creator marketing, partnerships</a:t>
            </a:r>
          </a:p>
          <a:p>
            <a:pPr/>
            <a:r>
              <a:t>Runway target: 18–24 months</a:t>
            </a:r>
          </a:p>
          <a:p>
            <a:pPr/>
            <a:r>
              <a:t>Key hires: audio/plugin engineer, frontend, ML/creative systems, growth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That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Activation: first session scaffolded and committed within 10 minutes.</a:t>
            </a:r>
          </a:p>
          <a:p>
            <a:pPr/>
            <a:r>
              <a:t>Retention: weekly active creators and projects completed per user.</a:t>
            </a:r>
          </a:p>
          <a:p>
            <a:pPr/>
            <a:r>
              <a:t>Conversion: Tier 2+ upgrade rate and churn.</a:t>
            </a:r>
          </a:p>
          <a:p>
            <a:pPr/>
            <a:r>
              <a:t>Marketplace: recipe installs, creator revenue share, LTV.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DAW integration complexity</a:t>
            </a:r>
          </a:p>
          <a:p>
            <a:pPr lvl="1"/>
            <a:r>
              <a:t>Start with one flagship workflow; expand via tiered architecture.</a:t>
            </a:r>
          </a:p>
          <a:p>
            <a:pPr/>
            <a:r>
              <a:t>Quality / trust of generated output</a:t>
            </a:r>
          </a:p>
          <a:p>
            <a:pPr lvl="1"/>
            <a:r>
              <a:t>Always audition-first; reversible edits; constraints.</a:t>
            </a:r>
          </a:p>
          <a:p>
            <a:pPr/>
            <a:r>
              <a:t>Competition in AI music tools</a:t>
            </a:r>
          </a:p>
          <a:p>
            <a:pPr lvl="1"/>
            <a:r>
              <a:t>Differentiate with in‑DAW session graph control + intent system.</a:t>
            </a:r>
          </a:p>
          <a:p>
            <a:pPr/>
            <a:r>
              <a:t>Compute cost</a:t>
            </a:r>
          </a:p>
          <a:p>
            <a:pPr lvl="1"/>
            <a:r>
              <a:t>Tier gating, caching, lightweight local components where possible.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Kelly turns creative intent into finished decisions faster.</a:t>
            </a:r>
          </a:p>
          <a:p>
            <a:pPr/>
            <a:r>
              <a:t>Three tiers make adoption easy and power scalable.</a:t>
            </a:r>
          </a:p>
          <a:p>
            <a:pPr/>
            <a:r>
              <a:t>We’re building the co‑producer that actually lives inside the workflow.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